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2563E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480560"/>
            <a:ext cx="3291840" cy="329184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· .NET 6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To-Do List Web Application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web app where a user can sign up, sign in, and manage a personal to-do list. Built with ASP.NET Core MVC, Entity Framework Core and an SQLite database, using session state for login.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5486400" cy="2926080"/>
          </a:xfrm>
          <a:prstGeom prst="roundRect">
            <a:avLst>
              <a:gd name="adj" fmla="val 1875"/>
            </a:avLst>
          </a:prstGeom>
          <a:solidFill>
            <a:srgbClr val="15375C"/>
          </a:solidFill>
          <a:ln w="12700">
            <a:solidFill>
              <a:srgbClr val="24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 Name ]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ID: [ Student ID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5811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 Name ]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ID: [ Student ID 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51846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 Name ]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ID: [ Student ID 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6520" y="3291840"/>
            <a:ext cx="5029200" cy="2926080"/>
          </a:xfrm>
          <a:prstGeom prst="roundRect">
            <a:avLst>
              <a:gd name="adj" fmla="val 1875"/>
            </a:avLst>
          </a:prstGeom>
          <a:solidFill>
            <a:srgbClr val="15375C"/>
          </a:solidFill>
          <a:ln w="12700">
            <a:solidFill>
              <a:srgbClr val="2455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 (GitHub)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334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 repository link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file: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5248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 database file link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account (username + password).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8928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764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in; the user is stored in a session.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90779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2004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072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410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session and return to sign 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90779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2004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072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10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to-do item with a title.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215384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50799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4379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/ delete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4718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 task Done/Pending, or delete it.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4215384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56248" y="450799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556248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4379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4718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tasks by title.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52297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81558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815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08760" y="5687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08760" y="60258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account password.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55080" y="552297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56248" y="581558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6556248" y="5815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23760" y="5687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details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23760" y="60258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logged-in user's information.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&amp; Relational Tables</a:t>
            </a:r>
            <a:endParaRPr lang="en-US" sz="3000" dirty="0"/>
          </a:p>
        </p:txBody>
      </p:sp>
      <p:pic>
        <p:nvPicPr>
          <p:cNvPr id="4" name="Image 0" descr="/tmp/shots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71323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600200"/>
            <a:ext cx="3657600" cy="4206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related tables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8388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3880" y="25328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(PK), Username, Password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838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83880" y="3310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TaskId (PK), Title, IsDone, UserId (FK → Users)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838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83880" y="4407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has many tasks (1 : ∞).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 &amp; Sign In</a:t>
            </a:r>
            <a:endParaRPr lang="en-US" sz="3000" dirty="0"/>
          </a:p>
        </p:txBody>
      </p:sp>
      <p:pic>
        <p:nvPicPr>
          <p:cNvPr id="4" name="Image 0" descr="/tmp/shots/c_02_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5349240" cy="235366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452079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— create a new account</a:t>
            </a:r>
            <a:endParaRPr lang="en-US" sz="1250" dirty="0"/>
          </a:p>
        </p:txBody>
      </p:sp>
      <p:pic>
        <p:nvPicPr>
          <p:cNvPr id="6" name="Image 1" descr="/tmp/shots/c_01_sign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57400"/>
            <a:ext cx="5349240" cy="2300173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263640" y="4467301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— log in to the app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Tasks — List, Toggle &amp; Delete</a:t>
            </a:r>
            <a:endParaRPr lang="en-US" sz="3000" dirty="0"/>
          </a:p>
        </p:txBody>
      </p:sp>
      <p:pic>
        <p:nvPicPr>
          <p:cNvPr id="4" name="Image 0" descr="/tmp/shots/c_03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874520"/>
            <a:ext cx="9144000" cy="346587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527048" y="5450119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signed-in user's tasks. Each can be toggled Done/Pending or deleted.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New Task</a:t>
            </a:r>
            <a:endParaRPr lang="en-US" sz="3000" dirty="0"/>
          </a:p>
        </p:txBody>
      </p:sp>
      <p:pic>
        <p:nvPicPr>
          <p:cNvPr id="4" name="Image 0" descr="/tmp/shots/c_04_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2011680"/>
            <a:ext cx="7772400" cy="310896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212848" y="5230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task by typing its title, then pressing Add.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Tasks by Title</a:t>
            </a:r>
            <a:endParaRPr lang="en-US" sz="3000" dirty="0"/>
          </a:p>
        </p:txBody>
      </p:sp>
      <p:pic>
        <p:nvPicPr>
          <p:cNvPr id="4" name="Image 0" descr="/tmp/shots/c_05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057400"/>
            <a:ext cx="9144000" cy="2949677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527048" y="5116805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"Buy" shows only the matching tasks.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Details &amp; Change Password</a:t>
            </a:r>
            <a:endParaRPr lang="en-US" sz="3000" dirty="0"/>
          </a:p>
        </p:txBody>
      </p:sp>
      <p:pic>
        <p:nvPicPr>
          <p:cNvPr id="4" name="Image 0" descr="/tmp/shots/c_06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5120640" cy="23729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051560" y="45401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Details — the logged-in user's info</a:t>
            </a:r>
            <a:endParaRPr lang="en-US" sz="1250" dirty="0"/>
          </a:p>
        </p:txBody>
      </p:sp>
      <p:pic>
        <p:nvPicPr>
          <p:cNvPr id="6" name="Image 1" descr="/tmp/shots/c_07_changep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57400"/>
            <a:ext cx="5120640" cy="240670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263640" y="457382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— updated successfully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To-Do List Web Application</dc:title>
  <dc:subject>PptxGenJS Presentation</dc:subject>
  <dc:creator>TodoApp</dc:creator>
  <cp:lastModifiedBy>TodoApp</cp:lastModifiedBy>
  <cp:revision>1</cp:revision>
  <dcterms:created xsi:type="dcterms:W3CDTF">2026-06-18T20:41:01Z</dcterms:created>
  <dcterms:modified xsi:type="dcterms:W3CDTF">2026-06-18T20:41:01Z</dcterms:modified>
</cp:coreProperties>
</file>